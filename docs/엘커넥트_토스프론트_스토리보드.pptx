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62" r:id="rId3"/>
    <p:sldId id="256" r:id="rId4"/>
    <p:sldId id="257" r:id="rId5"/>
    <p:sldId id="2256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93" d="100"/>
          <a:sy n="93" d="100"/>
        </p:scale>
        <p:origin x="62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10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3896F0-A231-4326-9F30-1233ADA663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54525E6-6712-48A8-AAD6-B87E8969CE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5D7C93-8F76-4E14-8B37-AF6AC6280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9FE68-7421-4E7E-8154-45E98C161268}" type="datetimeFigureOut">
              <a:rPr lang="ko-KR" altLang="en-US" smtClean="0"/>
              <a:t>2026-04-24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4675A77-84B0-4141-8B3F-D49717F22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F9CA8A2-C37A-4A4C-9A18-1901DCF62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0A55E-6B4C-4715-A4C4-6CB267A08E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80017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D3BAA1-0D4B-40E3-B8B1-3C04B82FB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00FBD1-8BD4-4DA8-A954-28F2606046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DF22385-CCCC-4C80-94CB-E7C1603B7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9FE68-7421-4E7E-8154-45E98C161268}" type="datetimeFigureOut">
              <a:rPr lang="ko-KR" altLang="en-US" smtClean="0"/>
              <a:t>2026-04-24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F880D9F-89C5-41F1-A60F-8C9DAD11E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AA8E908-450E-4E63-B4B5-A31ABBA14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0A55E-6B4C-4715-A4C4-6CB267A08E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63794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D34A92-3E11-4032-9505-D5ADB42450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DA3B95A-507B-4B6A-979A-4A5FAF517F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2952B5C-A847-4F18-922B-733D55ECC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9FE68-7421-4E7E-8154-45E98C161268}" type="datetimeFigureOut">
              <a:rPr lang="ko-KR" altLang="en-US" smtClean="0"/>
              <a:t>2026-04-24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527F78F-EF29-4198-87A6-974BD249B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F75C851-5BEE-425A-999A-816913887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0A55E-6B4C-4715-A4C4-6CB267A08E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47788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62928B-F45B-4E03-83A1-61C5AF135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131FA9F-4C9D-43D5-ADEE-F243C66312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F7C2609-AE9C-4DCB-8490-CA00F7DE73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0CE4E10-5E94-4D11-B093-EB00DBF7C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9FE68-7421-4E7E-8154-45E98C161268}" type="datetimeFigureOut">
              <a:rPr lang="ko-KR" altLang="en-US" smtClean="0"/>
              <a:t>2026-04-24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B6AC795-4C8B-4E35-BA51-B11967EC1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51143AA-9C4F-43DC-AAF7-E112BABA9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0A55E-6B4C-4715-A4C4-6CB267A08E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04511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4D72A8-7046-4D1F-8D51-8B542AA3B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F6EF752-6048-471E-B66E-400DAF059F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8A468EA-C667-44CC-BC5A-F663EDEF4B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90738CF-0732-48F8-A102-73FC2E9268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BE7C943-592D-4C30-920A-2DF5E0E172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380B9EC-5597-4967-9D50-650140974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9FE68-7421-4E7E-8154-45E98C161268}" type="datetimeFigureOut">
              <a:rPr lang="ko-KR" altLang="en-US" smtClean="0"/>
              <a:t>2026-04-24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2CF7593-25BE-4A58-8A6C-799CF8ED7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663CD8D-DCC7-49DE-B49B-9F22E99C0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0A55E-6B4C-4715-A4C4-6CB267A08E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0954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4E595B-C76C-4C32-BB8D-924A317EA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015ACEC-48B2-46A8-89BC-D444F3697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9FE68-7421-4E7E-8154-45E98C161268}" type="datetimeFigureOut">
              <a:rPr lang="ko-KR" altLang="en-US" smtClean="0"/>
              <a:t>2026-04-24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65EADB2-CE66-4E1B-9845-E67BFA05B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262180B-0ABB-4012-8842-FF341C20F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0A55E-6B4C-4715-A4C4-6CB267A08E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47270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0A1705B-B23B-410F-A241-F7AA88AF9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9FE68-7421-4E7E-8154-45E98C161268}" type="datetimeFigureOut">
              <a:rPr lang="ko-KR" altLang="en-US" smtClean="0"/>
              <a:t>2026-04-24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10A8EC3-6D9F-44CE-9607-7C593313B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F6945F8-99DD-4E76-A038-07CF537C0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0A55E-6B4C-4715-A4C4-6CB267A08E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33830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F2A9E7-974A-4FC9-ABB6-4D51758C0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DE92757-88B9-4C39-A364-A68FC41C09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5F62180-0042-4B88-A20D-B21F489B87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DB152DB-87B3-420C-8FD4-228F27269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9FE68-7421-4E7E-8154-45E98C161268}" type="datetimeFigureOut">
              <a:rPr lang="ko-KR" altLang="en-US" smtClean="0"/>
              <a:t>2026-04-24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CEC2562-0ED0-44EC-86AA-5C31870A91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C5FB3C2-D49B-409A-9C26-13F5094BE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0A55E-6B4C-4715-A4C4-6CB267A08E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62326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27BD12-EB4B-4B4E-AC6F-FB296A0E8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A59249D-899C-4958-B765-C06260103A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645DD22-46F6-4055-917E-B5B9780EF0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8FB4798-3B7D-4E99-8460-82212932D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9FE68-7421-4E7E-8154-45E98C161268}" type="datetimeFigureOut">
              <a:rPr lang="ko-KR" altLang="en-US" smtClean="0"/>
              <a:t>2026-04-24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D29C165-BE30-4681-8D20-6FED8766B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B81C5AF-353F-4BCB-9E71-CF781E04C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0A55E-6B4C-4715-A4C4-6CB267A08E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36750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84C11E-8FA0-4BC8-9552-250A06B69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4E37494-B3E9-48DC-9940-43BA62E0F4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F7333DA-96ED-4B1E-983C-1D139E451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9FE68-7421-4E7E-8154-45E98C161268}" type="datetimeFigureOut">
              <a:rPr lang="ko-KR" altLang="en-US" smtClean="0"/>
              <a:t>2026-04-24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EB7E3E2-46AA-40C1-8EA8-2EC2209FE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1D629AC-927A-4A8A-8604-991A6F19B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0A55E-6B4C-4715-A4C4-6CB267A08E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96953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3F9A0FA-22A5-48AD-B4E6-555A6D9969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1A8E743-1BAB-471B-9F6C-54D17FBB1C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B083ACB-7AB6-4E8B-BD9D-860D489C5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9FE68-7421-4E7E-8154-45E98C161268}" type="datetimeFigureOut">
              <a:rPr lang="ko-KR" altLang="en-US" smtClean="0"/>
              <a:t>2026-04-24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1530B96-BD43-41B2-8AFF-E9D8A0783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315690C-3E08-4FE8-A6AF-81AB21C40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0A55E-6B4C-4715-A4C4-6CB267A08E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07775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24FE917-E426-79D9-1231-4920F8B5E85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3884" y="1602222"/>
            <a:ext cx="5492116" cy="637827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 dirty="0"/>
              <a:t>마스터 텍스트 스타일을 편집하려면 클릭마스터 텍스트 스타일을 편집하려면 클릭 </a:t>
            </a: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 dirty="0"/>
              <a:t>마스터 텍스트 스타일을 편 </a:t>
            </a: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64F4C49-DCDC-436F-D2CF-EDBDFBCD5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Chapter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3AEA22-2CA2-3CB1-A998-D6A75D0FB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2A6CF-59EB-47D0-8AD1-A6B7904B0D6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제목 6">
            <a:extLst>
              <a:ext uri="{FF2B5EF4-FFF2-40B4-BE49-F238E27FC236}">
                <a16:creationId xmlns:a16="http://schemas.microsoft.com/office/drawing/2014/main" id="{18FEB861-93D3-66D9-75EC-7C65B1C43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5755615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제목 및 내용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633FE3-DCFF-F2BB-BDC1-464FA77ED6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55841" y="511331"/>
            <a:ext cx="1407796" cy="487467"/>
          </a:xfrm>
        </p:spPr>
        <p:txBody>
          <a:bodyPr>
            <a:normAutofit/>
          </a:bodyPr>
          <a:lstStyle>
            <a:lvl1pPr>
              <a:defRPr sz="13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 dirty="0"/>
              <a:t>모든 결제를 하나로</a:t>
            </a:r>
            <a:br>
              <a:rPr lang="en-US" altLang="ko-KR" dirty="0"/>
            </a:br>
            <a:r>
              <a:rPr lang="ko-KR" altLang="en-US" dirty="0" err="1"/>
              <a:t>더베스트페이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24FE917-E426-79D9-1231-4920F8B5E85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461493" y="637540"/>
            <a:ext cx="2035182" cy="18224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defRPr>
            </a:lvl1pPr>
          </a:lstStyle>
          <a:p>
            <a:pPr lvl="0"/>
            <a:r>
              <a:rPr lang="en-US" altLang="ko-KR" dirty="0"/>
              <a:t>THEBESTPAY &amp; HANURIIT</a:t>
            </a:r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64F4C49-DCDC-436F-D2CF-EDBDFBCD5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defRPr>
            </a:lvl1pPr>
          </a:lstStyle>
          <a:p>
            <a:r>
              <a:rPr lang="en-US" altLang="ko-KR" dirty="0"/>
              <a:t>Chapter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3AEA22-2CA2-3CB1-A998-D6A75D0FB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2A6CF-59EB-47D0-8AD1-A6B7904B0D6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50620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633FE3-DCFF-F2BB-BDC1-464FA77ED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2814602"/>
            <a:ext cx="5720716" cy="614398"/>
          </a:xfrm>
        </p:spPr>
        <p:txBody>
          <a:bodyPr>
            <a:noAutofit/>
          </a:bodyPr>
          <a:lstStyle>
            <a:lvl1pPr>
              <a:defRPr sz="4600"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24FE917-E426-79D9-1231-4920F8B5E8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5" y="3668416"/>
            <a:ext cx="5492116" cy="627667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defRPr>
            </a:lvl1pPr>
          </a:lstStyle>
          <a:p>
            <a:pPr lvl="0"/>
            <a:r>
              <a:rPr lang="ko-KR" altLang="en-US" dirty="0"/>
              <a:t>마스터 텍스트 스타일을 </a:t>
            </a:r>
            <a:endParaRPr lang="en-US" altLang="ko-KR" dirty="0"/>
          </a:p>
          <a:p>
            <a:pPr lvl="0"/>
            <a:r>
              <a:rPr lang="ko-KR" altLang="en-US" dirty="0"/>
              <a:t>편집하려면 클릭</a:t>
            </a: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64F4C49-DCDC-436F-D2CF-EDBDFBCD5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 dirty="0"/>
              <a:t>Chapter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3AEA22-2CA2-3CB1-A998-D6A75D0FB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2A6CF-59EB-47D0-8AD1-A6B7904B0D6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03708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2455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1A8F74-A39F-8F0C-2497-1C6289EEF0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5" y="3147114"/>
            <a:ext cx="5143500" cy="563772"/>
          </a:xfrm>
        </p:spPr>
        <p:txBody>
          <a:bodyPr>
            <a:noAutofit/>
          </a:bodyPr>
          <a:lstStyle>
            <a:lvl1pPr>
              <a:defRPr sz="4600"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defRPr>
            </a:lvl1pPr>
          </a:lstStyle>
          <a:p>
            <a:r>
              <a:rPr lang="ko-KR" altLang="en-US" dirty="0"/>
              <a:t>제목을 작성해 주세요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9ABAB78-FF35-9845-E231-680BE5F56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Chapter</a:t>
            </a:r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D4E5C4B-0B0C-278B-7283-229432520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2A6CF-59EB-47D0-8AD1-A6B7904B0D6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72675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0BEB277-B114-D5B3-08D5-EEAC93B40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Chapter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53EC934-2E82-AC8E-C883-846DFF599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2A6CF-59EB-47D0-8AD1-A6B7904B0D6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5942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64F4C49-DCDC-436F-D2CF-EDBDFBCD5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Chapter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3AEA22-2CA2-3CB1-A998-D6A75D0FB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2A6CF-59EB-47D0-8AD1-A6B7904B0D6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제목 6">
            <a:extLst>
              <a:ext uri="{FF2B5EF4-FFF2-40B4-BE49-F238E27FC236}">
                <a16:creationId xmlns:a16="http://schemas.microsoft.com/office/drawing/2014/main" id="{18FEB861-93D3-66D9-75EC-7C65B1C43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04" y="877807"/>
            <a:ext cx="4686300" cy="487467"/>
          </a:xfrm>
        </p:spPr>
        <p:txBody>
          <a:bodyPr>
            <a:noAutofit/>
          </a:bodyPr>
          <a:lstStyle>
            <a:lvl1pPr>
              <a:defRPr sz="33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336EFBD-D25C-8C7E-CEAF-1F3A95DA6C2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1504" y="1501458"/>
            <a:ext cx="5400675" cy="86074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20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defRPr>
            </a:lvl1pPr>
            <a:lvl2pPr>
              <a:lnSpc>
                <a:spcPct val="150000"/>
              </a:lnSpc>
              <a:defRPr sz="120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defRPr>
            </a:lvl2pPr>
            <a:lvl3pPr>
              <a:lnSpc>
                <a:spcPct val="150000"/>
              </a:lnSpc>
              <a:defRPr sz="120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defRPr>
            </a:lvl3pPr>
            <a:lvl4pPr>
              <a:lnSpc>
                <a:spcPct val="150000"/>
              </a:lnSpc>
              <a:defRPr sz="120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defRPr>
            </a:lvl4pPr>
            <a:lvl5pPr>
              <a:lnSpc>
                <a:spcPct val="150000"/>
              </a:lnSpc>
              <a:defRPr sz="120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4002335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CED0B91-A805-467B-8D2D-F5094FE11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F785152-6EB4-401B-9715-B4EC7FE8DB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7E51FD9-3C72-49C8-A8D2-F1C234EA50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19FE68-7421-4E7E-8154-45E98C161268}" type="datetimeFigureOut">
              <a:rPr lang="ko-KR" altLang="en-US" smtClean="0"/>
              <a:t>2026-04-24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6AEDE66-9508-4E4D-93EB-C36D3164E3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CB83C25-8301-4B79-9FD5-F9FE3C3E70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D0A55E-6B4C-4715-A4C4-6CB267A08E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39326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2E47D04-AD78-042B-E916-3CAA61D2C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884" y="877807"/>
            <a:ext cx="4686300" cy="4874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제목을 입력해 주세요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469FD70-027B-EAE7-1DEE-A3409F0B59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642428" y="6313510"/>
            <a:ext cx="967741" cy="1793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bg2">
                    <a:lumMod val="7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defRPr>
            </a:lvl1pPr>
          </a:lstStyle>
          <a:p>
            <a:r>
              <a:rPr lang="ko-KR" altLang="en-US"/>
              <a:t>회사소개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69D7A2B-5ABD-A1C7-6926-5906B4D902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8836" y="6308725"/>
            <a:ext cx="469280" cy="1822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2">
                    <a:lumMod val="7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defRPr>
            </a:lvl1pPr>
          </a:lstStyle>
          <a:p>
            <a:fld id="{0FA88C41-B5DF-41A0-A724-37DC4DB0748F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12" name="바닥글 개체 틀 4">
            <a:extLst>
              <a:ext uri="{FF2B5EF4-FFF2-40B4-BE49-F238E27FC236}">
                <a16:creationId xmlns:a16="http://schemas.microsoft.com/office/drawing/2014/main" id="{07F716CB-120E-38B1-BB72-F5C78FC3876A}"/>
              </a:ext>
            </a:extLst>
          </p:cNvPr>
          <p:cNvSpPr txBox="1">
            <a:spLocks/>
          </p:cNvSpPr>
          <p:nvPr userDrawn="1"/>
        </p:nvSpPr>
        <p:spPr>
          <a:xfrm>
            <a:off x="603884" y="6311605"/>
            <a:ext cx="967741" cy="1793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900" kern="1200">
                <a:solidFill>
                  <a:schemeClr val="bg2">
                    <a:lumMod val="75000"/>
                  </a:schemeClr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THEBESTPAY</a:t>
            </a:r>
            <a:endParaRPr lang="ko-KR" altLang="en-US" dirty="0">
              <a:latin typeface="Pretendard Black" panose="02000A03000000020004" pitchFamily="50" charset="-127"/>
              <a:ea typeface="Pretendard Black" panose="02000A03000000020004" pitchFamily="50" charset="-127"/>
              <a:cs typeface="Pretendard Black" panose="02000A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43278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hf hd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000" kern="1200">
          <a:solidFill>
            <a:schemeClr val="tx1">
              <a:lumMod val="85000"/>
              <a:lumOff val="15000"/>
            </a:schemeClr>
          </a:solidFill>
          <a:latin typeface="Pretendard Medium" panose="02000603000000020004" pitchFamily="50" charset="-127"/>
          <a:ea typeface="Pretendard Medium" panose="02000603000000020004" pitchFamily="50" charset="-127"/>
          <a:cs typeface="Pretendard Medium" panose="02000603000000020004" pitchFamily="50" charset="-127"/>
        </a:defRPr>
      </a:lvl1pPr>
    </p:titleStyle>
    <p:bodyStyle>
      <a:lvl1pPr marL="0" indent="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Pretendard Medium" panose="02000603000000020004" pitchFamily="50" charset="-127"/>
          <a:ea typeface="Pretendard Medium" panose="02000603000000020004" pitchFamily="50" charset="-127"/>
          <a:cs typeface="Pretendard Medium" panose="02000603000000020004" pitchFamily="50" charset="-127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438">
          <p15:clr>
            <a:srgbClr val="F26B43"/>
          </p15:clr>
        </p15:guide>
        <p15:guide id="4" orient="horz" pos="3974">
          <p15:clr>
            <a:srgbClr val="F26B43"/>
          </p15:clr>
        </p15:guide>
        <p15:guide id="5" orient="horz" pos="4088">
          <p15:clr>
            <a:srgbClr val="F26B43"/>
          </p15:clr>
        </p15:guide>
        <p15:guide id="7" pos="7242">
          <p15:clr>
            <a:srgbClr val="F26B43"/>
          </p15:clr>
        </p15:guide>
        <p15:guide id="8" orient="horz" pos="572">
          <p15:clr>
            <a:srgbClr val="F26B43"/>
          </p15:clr>
        </p15:guide>
        <p15:guide id="9" orient="horz" pos="799">
          <p15:clr>
            <a:srgbClr val="F26B43"/>
          </p15:clr>
        </p15:guide>
        <p15:guide id="10" orient="horz" pos="1139">
          <p15:clr>
            <a:srgbClr val="F26B43"/>
          </p15:clr>
        </p15:guide>
        <p15:guide id="11" orient="horz" pos="346">
          <p15:clr>
            <a:srgbClr val="F26B43"/>
          </p15:clr>
        </p15:guide>
        <p15:guide id="12" orient="horz" pos="459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3C1A68-3A61-2881-B792-F30A119AB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모든 결제를 하나로</a:t>
            </a:r>
            <a:br>
              <a:rPr lang="en-US" altLang="ko-KR" dirty="0"/>
            </a:br>
            <a:r>
              <a:rPr lang="ko-KR" altLang="en-US" dirty="0" err="1"/>
              <a:t>더베스트페이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9F3C29C-E6EF-8C2E-3278-8565C38095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ko-KR" dirty="0"/>
              <a:t>THEBESTPAY &amp; HANURIIT</a:t>
            </a:r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4519DD7-A20C-FF3B-0C71-9DA9A4E9A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E62A6CF-59EB-47D0-8AD1-A6B7904B0D63}" type="slidenum">
              <a:rPr kumimoji="0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E7E6E6">
                    <a:lumMod val="75000"/>
                  </a:srgb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ko-KR" altLang="en-US" sz="900" b="0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75000"/>
                </a:srgbClr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487619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84C06824-EFF9-4893-BD82-891AE0D9A0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0876" y="71919"/>
            <a:ext cx="9068656" cy="5101119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4BE11A3C-5454-49AD-8BCF-E14C3E1225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68" y="-82193"/>
            <a:ext cx="2584938" cy="6858000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BF442E20-AD69-40AC-8304-F834F83B63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0975" y="4823998"/>
            <a:ext cx="6816689" cy="2130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62775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BE53B202-B4A4-49B3-9E9C-DDD9EC933A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3601" y="-71920"/>
            <a:ext cx="3930555" cy="68580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C2040FA3-86AC-4803-9B2E-23489BBEA8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1567" y="5026568"/>
            <a:ext cx="7643975" cy="1759512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558AE498-0934-4416-AD5B-FC88A5E7F5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0301" y="174660"/>
            <a:ext cx="2957869" cy="2607743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A6CCB8C6-13CA-40FC-9ADE-A8533FC93F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174660"/>
            <a:ext cx="2957870" cy="2610544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54C10696-D565-4A02-94C4-57BCAA61E91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1700" y="174660"/>
            <a:ext cx="2954696" cy="2607743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276D08D4-4B2E-4944-B17F-95C5FE6DF25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46659" y="2883784"/>
            <a:ext cx="2424702" cy="2139983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33512A51-46CB-49F4-8B4D-46DED0FEEDB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96166" y="2811644"/>
            <a:ext cx="2424702" cy="2227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77802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07F25C10-BE8C-4A00-BEC2-1ED158CB7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srgbClr val="E7E6E6">
                    <a:lumMod val="75000"/>
                  </a:srgb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Chapter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75000"/>
                </a:srgbClr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D077E78A-6EA5-4F4C-8DF7-2DE60C9D4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E62A6CF-59EB-47D0-8AD1-A6B7904B0D63}" type="slidenum">
              <a:rPr kumimoji="0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E7E6E6">
                    <a:lumMod val="75000"/>
                  </a:srgb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ko-KR" altLang="en-US" sz="900" b="0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75000"/>
                </a:srgbClr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C82F2C6-9FF3-48C3-A539-97C86253AC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20818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3">
      <a:majorFont>
        <a:latin typeface="Pretendard"/>
        <a:ea typeface="Pretendard"/>
        <a:cs typeface=""/>
      </a:majorFont>
      <a:minorFont>
        <a:latin typeface="Pretendard"/>
        <a:ea typeface="Pretendard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11</Words>
  <Application>Microsoft Office PowerPoint</Application>
  <PresentationFormat>와이드스크린</PresentationFormat>
  <Paragraphs>5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4</vt:i4>
      </vt:variant>
    </vt:vector>
  </HeadingPairs>
  <TitlesOfParts>
    <vt:vector size="11" baseType="lpstr">
      <vt:lpstr>Arial</vt:lpstr>
      <vt:lpstr>Pretendard Black</vt:lpstr>
      <vt:lpstr>Pretendard Light</vt:lpstr>
      <vt:lpstr>Pretendard Medium</vt:lpstr>
      <vt:lpstr>맑은 고딕</vt:lpstr>
      <vt:lpstr>Office 테마</vt:lpstr>
      <vt:lpstr>1_Office 테마</vt:lpstr>
      <vt:lpstr>모든 결제를 하나로 더베스트페이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동빈 서</dc:creator>
  <cp:lastModifiedBy>동빈 서</cp:lastModifiedBy>
  <cp:revision>2</cp:revision>
  <dcterms:created xsi:type="dcterms:W3CDTF">2026-04-24T00:19:11Z</dcterms:created>
  <dcterms:modified xsi:type="dcterms:W3CDTF">2026-04-24T01:14:56Z</dcterms:modified>
</cp:coreProperties>
</file>